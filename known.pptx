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JP" sz="6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0DEE8A-1AF7-47A4-ADFE-266A2BB45A08}" type="slidenum">
              <a: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JP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JP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JP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JP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JP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JP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JP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JP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JP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JP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JP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JP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JP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JP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JP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JP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JP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JP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JP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JP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6334CF-E750-4316-B327-93973B8C8462}" type="slidenum">
              <a: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JP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JP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JP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JP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JP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JP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95DA5E-F295-40C8-8975-F768979282EB}" type="slidenum">
              <a: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JP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JP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JP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JP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JP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JP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9140DE-FF25-4265-92DB-CEF6CC5C9469}" type="slidenum">
              <a: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JP" sz="6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Click to edit Master text styles</a:t>
            </a:r>
            <a:endParaRPr lang="en-JP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5A673B-BE99-4CB2-A9A5-76FEBBB27E52}" type="slidenum">
              <a: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JP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JP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JP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JP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JP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JP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JP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JP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JP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JP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JP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0EE3EA7-AC1F-41A2-BD4A-2177CE8AA34F}" type="slidenum">
              <a: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JP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JP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JP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JP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JP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JP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JP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JP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JP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JP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JP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JP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JP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B5B6FD9-EEF8-4194-8DFF-DB2D8083E8BD}" type="slidenum">
              <a: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JP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FDA7EC2-C059-419D-9562-44335B196B89}" type="slidenum">
              <a: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8E74D0-533E-4382-BF03-65872A683B9A}" type="slidenum">
              <a: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JP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JP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JP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JP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JP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JP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JP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94B046-F186-4B79-A40A-70D71034423E}" type="slidenum">
              <a: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JP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JP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JP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JP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JP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JP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JP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JP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JP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JP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JP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JP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JP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JP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JP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JP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2BB57D2-D78F-4680-AEDD-22B4A8F65400}" type="slidenum">
              <a:rPr lang="en-GB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3"/>
          <p:cNvPicPr/>
          <p:nvPr/>
        </p:nvPicPr>
        <p:blipFill>
          <a:blip r:embed="rId1"/>
          <a:stretch/>
        </p:blipFill>
        <p:spPr>
          <a:xfrm>
            <a:off x="293760" y="1710000"/>
            <a:ext cx="10749960" cy="246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TextBox 4"/>
          <p:cNvSpPr/>
          <p:nvPr/>
        </p:nvSpPr>
        <p:spPr>
          <a:xfrm>
            <a:off x="4346280" y="510480"/>
            <a:ext cx="298044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Human Copper chaperones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3"/>
          <p:cNvPicPr/>
          <p:nvPr/>
        </p:nvPicPr>
        <p:blipFill>
          <a:blip r:embed="rId1"/>
          <a:stretch/>
        </p:blipFill>
        <p:spPr>
          <a:xfrm>
            <a:off x="299520" y="1603080"/>
            <a:ext cx="11592720" cy="331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TextBox 4"/>
          <p:cNvSpPr/>
          <p:nvPr/>
        </p:nvSpPr>
        <p:spPr>
          <a:xfrm>
            <a:off x="4346280" y="510480"/>
            <a:ext cx="31111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Bacteria Copper chaperones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"/>
          <p:cNvPicPr/>
          <p:nvPr/>
        </p:nvPicPr>
        <p:blipFill>
          <a:blip r:embed="rId1"/>
          <a:stretch/>
        </p:blipFill>
        <p:spPr>
          <a:xfrm>
            <a:off x="685800" y="569880"/>
            <a:ext cx="6303600" cy="5830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" name=""/>
          <p:cNvPicPr/>
          <p:nvPr/>
        </p:nvPicPr>
        <p:blipFill>
          <a:blip r:embed="rId2"/>
          <a:stretch/>
        </p:blipFill>
        <p:spPr>
          <a:xfrm>
            <a:off x="7515720" y="2971800"/>
            <a:ext cx="3914280" cy="1428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"/>
          <p:cNvSpPr txBox="1"/>
          <p:nvPr/>
        </p:nvSpPr>
        <p:spPr>
          <a:xfrm>
            <a:off x="5257800" y="1284120"/>
            <a:ext cx="6629400" cy="5345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Counts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A: tested 5924 proteins; significant (q ≤ 0.05) = 2056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B: tested 1228 proteins; significant (q ≤ 0.05) = 583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 (overlap A&amp;B): 305 proteins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Match to step4_depths_FIXED_dedup.csv (by UniProt in pdb_id)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matched: 4440 rows (structural pairs), 595 unique UniProt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 matched: 555 rows, 150 unique UniProt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 matched: 328 rows, 87 unique UniProt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228600" y="986760"/>
            <a:ext cx="4343400" cy="154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A: kept proteins with ≥2/3 valid in APEX_Label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B: kept proteins with ≥2/3 valid in both Ctrl and APEX_Label; no imputation.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"/>
          <p:cNvSpPr txBox="1"/>
          <p:nvPr/>
        </p:nvSpPr>
        <p:spPr>
          <a:xfrm>
            <a:off x="495720" y="228600"/>
            <a:ext cx="11430000" cy="587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BLACKLIST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KERATIN (KRT): classic human handling contaminant in MS datasets.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ALBUMIN (ALB): dominant serum/plasma protein; often indicates serum carryover/contamination rather than a specific interactor.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IMMUNOGLOBULIN / ANTIBODY (IGH/IGK/IGL): usually irrelevant unless your sample is immune/B-cell–rich; frequently treated as background in proteomics contaminant repositories.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METALLOTHIONEIN (MT*): genuine metal-binding “buffer/sink” proteins, typically not trafficking chaperones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HISTONE (HIST1/2/3/4): abundant nuclear proteins; can be true hits only if experiment involves nuclei/chromatin.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COLLAGEN (COL*): extracellular matrix; exclude unless explicitly profiling ECM/secretome.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FIBRINOGEN (FGA/FGB/FGG): plasma protein; exclude unless working with plasma/serum proteomics.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INSULIN (INS/IAPP): secreted disulfide proteins; typically irrelevant unless system is pancreatic/secretory-focused.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RPL / RPS: ribosomal protein large-subunit / small-subunit genes.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4976</TotalTime>
  <Application>LibreOffice/25.8.4.2$Linux_X86_64 LibreOffice_project/0366609b1de41a39e1896ae41e33c673f2a73802</Application>
  <AppVersion>15.0000</AppVersion>
  <Words>6</Words>
  <Paragraphs>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2025-12-19T15:55:54Z</dcterms:created>
  <dc:creator>Damilare Adebowale</dc:creator>
  <dc:description/>
  <dc:language>en-US</dc:language>
  <cp:lastModifiedBy/>
  <dcterms:modified xsi:type="dcterms:W3CDTF">2025-12-24T09:29:41Z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2</vt:i4>
  </property>
</Properties>
</file>